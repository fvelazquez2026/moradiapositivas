
<file path=[Content_Types].xml><?xml version="1.0" encoding="utf-8"?>
<Types xmlns="http://schemas.openxmlformats.org/package/2006/content-types">
  <Default Extension="png" ContentType="image/png"/>
  <Default Extension="jfif" ContentType="image/jpe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3CE9-ADB3-44AA-B772-59A4DC63D8B5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FF22-E417-4BB0-BA9B-E0333C2D5F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108040"/>
      </p:ext>
    </p:extLst>
  </p:cSld>
  <p:clrMapOvr>
    <a:masterClrMapping/>
  </p:clrMapOvr>
  <p:transition spd="slow" advClick="0" advTm="10000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3CE9-ADB3-44AA-B772-59A4DC63D8B5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FF22-E417-4BB0-BA9B-E0333C2D5F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3670389"/>
      </p:ext>
    </p:extLst>
  </p:cSld>
  <p:clrMapOvr>
    <a:masterClrMapping/>
  </p:clrMapOvr>
  <p:transition spd="slow" advClick="0" advTm="10000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3CE9-ADB3-44AA-B772-59A4DC63D8B5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FF22-E417-4BB0-BA9B-E0333C2D5F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5587101"/>
      </p:ext>
    </p:extLst>
  </p:cSld>
  <p:clrMapOvr>
    <a:masterClrMapping/>
  </p:clrMapOvr>
  <p:transition spd="slow" advClick="0" advTm="10000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3CE9-ADB3-44AA-B772-59A4DC63D8B5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FF22-E417-4BB0-BA9B-E0333C2D5F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8802844"/>
      </p:ext>
    </p:extLst>
  </p:cSld>
  <p:clrMapOvr>
    <a:masterClrMapping/>
  </p:clrMapOvr>
  <p:transition spd="slow" advClick="0" advTm="10000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3CE9-ADB3-44AA-B772-59A4DC63D8B5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FF22-E417-4BB0-BA9B-E0333C2D5F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3872938"/>
      </p:ext>
    </p:extLst>
  </p:cSld>
  <p:clrMapOvr>
    <a:masterClrMapping/>
  </p:clrMapOvr>
  <p:transition spd="slow" advClick="0" advTm="10000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3CE9-ADB3-44AA-B772-59A4DC63D8B5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FF22-E417-4BB0-BA9B-E0333C2D5F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3945270"/>
      </p:ext>
    </p:extLst>
  </p:cSld>
  <p:clrMapOvr>
    <a:masterClrMapping/>
  </p:clrMapOvr>
  <p:transition spd="slow" advClick="0" advTm="10000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3CE9-ADB3-44AA-B772-59A4DC63D8B5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FF22-E417-4BB0-BA9B-E0333C2D5F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8862863"/>
      </p:ext>
    </p:extLst>
  </p:cSld>
  <p:clrMapOvr>
    <a:masterClrMapping/>
  </p:clrMapOvr>
  <p:transition spd="slow" advClick="0" advTm="10000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3CE9-ADB3-44AA-B772-59A4DC63D8B5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FF22-E417-4BB0-BA9B-E0333C2D5F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5990043"/>
      </p:ext>
    </p:extLst>
  </p:cSld>
  <p:clrMapOvr>
    <a:masterClrMapping/>
  </p:clrMapOvr>
  <p:transition spd="slow" advClick="0" advTm="10000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3CE9-ADB3-44AA-B772-59A4DC63D8B5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FF22-E417-4BB0-BA9B-E0333C2D5F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8123288"/>
      </p:ext>
    </p:extLst>
  </p:cSld>
  <p:clrMapOvr>
    <a:masterClrMapping/>
  </p:clrMapOvr>
  <p:transition spd="slow" advClick="0" advTm="10000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3CE9-ADB3-44AA-B772-59A4DC63D8B5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FF22-E417-4BB0-BA9B-E0333C2D5F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609841"/>
      </p:ext>
    </p:extLst>
  </p:cSld>
  <p:clrMapOvr>
    <a:masterClrMapping/>
  </p:clrMapOvr>
  <p:transition spd="slow" advClick="0" advTm="10000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3CE9-ADB3-44AA-B772-59A4DC63D8B5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FF22-E417-4BB0-BA9B-E0333C2D5F4A}" type="slidenum">
              <a:rPr lang="es-MX" smtClean="0"/>
              <a:t>‹Nº›</a:t>
            </a:fld>
            <a:endParaRPr lang="es-MX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1740516"/>
      </p:ext>
    </p:extLst>
  </p:cSld>
  <p:clrMapOvr>
    <a:masterClrMapping/>
  </p:clrMapOvr>
  <p:transition spd="slow" advClick="0" advTm="10000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3CE9-ADB3-44AA-B772-59A4DC63D8B5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FF22-E417-4BB0-BA9B-E0333C2D5F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5440676"/>
      </p:ext>
    </p:extLst>
  </p:cSld>
  <p:clrMapOvr>
    <a:masterClrMapping/>
  </p:clrMapOvr>
  <p:transition spd="slow" advClick="0" advTm="10000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3CE9-ADB3-44AA-B772-59A4DC63D8B5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FF22-E417-4BB0-BA9B-E0333C2D5F4A}" type="slidenum">
              <a:rPr lang="es-MX" smtClean="0"/>
              <a:t>‹Nº›</a:t>
            </a:fld>
            <a:endParaRPr lang="es-MX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398715"/>
      </p:ext>
    </p:extLst>
  </p:cSld>
  <p:clrMapOvr>
    <a:masterClrMapping/>
  </p:clrMapOvr>
  <p:transition spd="slow" advClick="0" advTm="10000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3CE9-ADB3-44AA-B772-59A4DC63D8B5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FF22-E417-4BB0-BA9B-E0333C2D5F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6245864"/>
      </p:ext>
    </p:extLst>
  </p:cSld>
  <p:clrMapOvr>
    <a:masterClrMapping/>
  </p:clrMapOvr>
  <p:transition spd="slow" advClick="0" advTm="10000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3CE9-ADB3-44AA-B772-59A4DC63D8B5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FF22-E417-4BB0-BA9B-E0333C2D5F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0841881"/>
      </p:ext>
    </p:extLst>
  </p:cSld>
  <p:clrMapOvr>
    <a:masterClrMapping/>
  </p:clrMapOvr>
  <p:transition spd="slow" advClick="0" advTm="10000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3CE9-ADB3-44AA-B772-59A4DC63D8B5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FF22-E417-4BB0-BA9B-E0333C2D5F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648502"/>
      </p:ext>
    </p:extLst>
  </p:cSld>
  <p:clrMapOvr>
    <a:masterClrMapping/>
  </p:clrMapOvr>
  <p:transition spd="slow" advClick="0" advTm="10000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83CE9-ADB3-44AA-B772-59A4DC63D8B5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C16FF22-E417-4BB0-BA9B-E0333C2D5F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2192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ransition spd="slow" advClick="0" advTm="10000">
    <p:randomBar dir="vert"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emf"/><Relationship Id="rId5" Type="http://schemas.openxmlformats.org/officeDocument/2006/relationships/oleObject" Target="file:///C:\Users\Administrador\Documents\PRODUCTOS%20VERDURAS.xlsx!Hoja1!F1C1:F1C2" TargetMode="External"/><Relationship Id="rId4" Type="http://schemas.openxmlformats.org/officeDocument/2006/relationships/image" Target="../media/image3.jf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5" Type="http://schemas.openxmlformats.org/officeDocument/2006/relationships/oleObject" Target="file:///C:\Users\Administrador\Documents\PRODUCTOS%20VERDURAS.xlsx!Hoja1!F2C1:F2C2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fi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emf"/><Relationship Id="rId5" Type="http://schemas.openxmlformats.org/officeDocument/2006/relationships/oleObject" Target="file:///C:\Users\Administrador\Documents\PRODUCTOS%20VERDURAS.xlsx!Hoja1!F3C1:F3C2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649" y="1"/>
            <a:ext cx="4954555" cy="175778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756" y="1520191"/>
            <a:ext cx="4908692" cy="3574324"/>
          </a:xfrm>
          <a:prstGeom prst="rect">
            <a:avLst/>
          </a:prstGeom>
        </p:spPr>
      </p:pic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233191"/>
              </p:ext>
            </p:extLst>
          </p:nvPr>
        </p:nvGraphicFramePr>
        <p:xfrm>
          <a:off x="3125756" y="5430520"/>
          <a:ext cx="5208227" cy="679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Hoja de cálculo" r:id="rId5" imgW="1533525" imgH="200025" progId="Excel.Sheet.12">
                  <p:link updateAutomatic="1"/>
                </p:oleObj>
              </mc:Choice>
              <mc:Fallback>
                <p:oleObj name="Hoja de cálculo" r:id="rId5" imgW="1533525" imgH="20002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25756" y="5430520"/>
                        <a:ext cx="5208227" cy="679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0514546"/>
      </p:ext>
    </p:extLst>
  </p:cSld>
  <p:clrMapOvr>
    <a:masterClrMapping/>
  </p:clrMapOvr>
  <p:transition spd="slow" advClick="0" advTm="1000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78" t="14608" r="15667" b="15703"/>
          <a:stretch/>
        </p:blipFill>
        <p:spPr>
          <a:xfrm>
            <a:off x="4264090" y="1862163"/>
            <a:ext cx="3331029" cy="301411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649" y="1"/>
            <a:ext cx="4954555" cy="1757784"/>
          </a:xfrm>
          <a:prstGeom prst="rect">
            <a:avLst/>
          </a:prstGeom>
        </p:spPr>
      </p:pic>
      <p:graphicFrame>
        <p:nvGraphicFramePr>
          <p:cNvPr id="9" name="Obje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7627660"/>
              </p:ext>
            </p:extLst>
          </p:nvPr>
        </p:nvGraphicFramePr>
        <p:xfrm>
          <a:off x="3051551" y="5388956"/>
          <a:ext cx="5526892" cy="720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Hoja de cálculo" r:id="rId5" imgW="1533525" imgH="200025" progId="Excel.Sheet.12">
                  <p:link updateAutomatic="1"/>
                </p:oleObj>
              </mc:Choice>
              <mc:Fallback>
                <p:oleObj name="Hoja de cálculo" r:id="rId5" imgW="1533525" imgH="20002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51551" y="5388956"/>
                        <a:ext cx="5526892" cy="7208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8927558"/>
      </p:ext>
    </p:extLst>
  </p:cSld>
  <p:clrMapOvr>
    <a:masterClrMapping/>
  </p:clrMapOvr>
  <p:transition spd="slow" advClick="0" advTm="1000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968" y="1477736"/>
            <a:ext cx="3626109" cy="362610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649" y="1"/>
            <a:ext cx="4954555" cy="1757784"/>
          </a:xfrm>
          <a:prstGeom prst="rect">
            <a:avLst/>
          </a:prstGeom>
        </p:spPr>
      </p:pic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004301"/>
              </p:ext>
            </p:extLst>
          </p:nvPr>
        </p:nvGraphicFramePr>
        <p:xfrm>
          <a:off x="3159616" y="5613400"/>
          <a:ext cx="5111548" cy="666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Hoja de cálculo" r:id="rId5" imgW="1533525" imgH="200025" progId="Excel.Sheet.12">
                  <p:link updateAutomatic="1"/>
                </p:oleObj>
              </mc:Choice>
              <mc:Fallback>
                <p:oleObj name="Hoja de cálculo" r:id="rId5" imgW="1533525" imgH="20002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59616" y="5613400"/>
                        <a:ext cx="5111548" cy="666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0911405"/>
      </p:ext>
    </p:extLst>
  </p:cSld>
  <p:clrMapOvr>
    <a:masterClrMapping/>
  </p:clrMapOvr>
  <p:transition spd="slow" advClick="0" advTm="1000">
    <p:randomBar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116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Vínculos</vt:lpstr>
      </vt:variant>
      <vt:variant>
        <vt:i4>3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Arial</vt:lpstr>
      <vt:lpstr>Trebuchet MS</vt:lpstr>
      <vt:lpstr>Wingdings 3</vt:lpstr>
      <vt:lpstr>Faceta</vt:lpstr>
      <vt:lpstr>file:///C:\Users\Administrador\Documents\PRODUCTOS%20VERDURAS.xlsx!Hoja1!F1C1:F1C2</vt:lpstr>
      <vt:lpstr>file:///C:\Users\Administrador\Documents\PRODUCTOS%20VERDURAS.xlsx!Hoja1!F2C1:F2C2</vt:lpstr>
      <vt:lpstr>file:///C:\Users\Administrador\Documents\PRODUCTOS%20VERDURAS.xlsx!Hoja1!F3C1:F3C2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Sistemas</dc:creator>
  <cp:lastModifiedBy>Sistemas</cp:lastModifiedBy>
  <cp:revision>13</cp:revision>
  <dcterms:created xsi:type="dcterms:W3CDTF">2026-06-19T16:47:32Z</dcterms:created>
  <dcterms:modified xsi:type="dcterms:W3CDTF">2026-06-19T18:44:55Z</dcterms:modified>
</cp:coreProperties>
</file>